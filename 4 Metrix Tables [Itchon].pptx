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1"/>
    <p:restoredTop sz="94641"/>
  </p:normalViewPr>
  <p:slideViewPr>
    <p:cSldViewPr snapToGrid="0">
      <p:cViewPr varScale="1">
        <p:scale>
          <a:sx n="136" d="100"/>
          <a:sy n="136" d="100"/>
        </p:scale>
        <p:origin x="19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E4F9-F5F0-6E40-B91F-C07254041828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52E2-7980-D948-8B8D-D3B040E60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9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E4F9-F5F0-6E40-B91F-C07254041828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52E2-7980-D948-8B8D-D3B040E60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17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E4F9-F5F0-6E40-B91F-C07254041828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52E2-7980-D948-8B8D-D3B040E60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34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E4F9-F5F0-6E40-B91F-C07254041828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52E2-7980-D948-8B8D-D3B040E60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40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E4F9-F5F0-6E40-B91F-C07254041828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52E2-7980-D948-8B8D-D3B040E60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8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E4F9-F5F0-6E40-B91F-C07254041828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52E2-7980-D948-8B8D-D3B040E60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7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E4F9-F5F0-6E40-B91F-C07254041828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52E2-7980-D948-8B8D-D3B040E60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4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E4F9-F5F0-6E40-B91F-C07254041828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52E2-7980-D948-8B8D-D3B040E60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4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E4F9-F5F0-6E40-B91F-C07254041828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52E2-7980-D948-8B8D-D3B040E60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3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E4F9-F5F0-6E40-B91F-C07254041828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52E2-7980-D948-8B8D-D3B040E60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0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E4F9-F5F0-6E40-B91F-C07254041828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552E2-7980-D948-8B8D-D3B040E60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0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11E4F9-F5F0-6E40-B91F-C07254041828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552E2-7980-D948-8B8D-D3B040E60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5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FE29597-955A-D4C2-1BBA-390CA3840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475683"/>
              </p:ext>
            </p:extLst>
          </p:nvPr>
        </p:nvGraphicFramePr>
        <p:xfrm>
          <a:off x="894921" y="3591384"/>
          <a:ext cx="7315200" cy="1283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191214092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168445058"/>
                    </a:ext>
                  </a:extLst>
                </a:gridCol>
                <a:gridCol w="1363741">
                  <a:extLst>
                    <a:ext uri="{9D8B030D-6E8A-4147-A177-3AD203B41FA5}">
                      <a16:colId xmlns:a16="http://schemas.microsoft.com/office/drawing/2014/main" val="2998821918"/>
                    </a:ext>
                  </a:extLst>
                </a:gridCol>
                <a:gridCol w="830819">
                  <a:extLst>
                    <a:ext uri="{9D8B030D-6E8A-4147-A177-3AD203B41FA5}">
                      <a16:colId xmlns:a16="http://schemas.microsoft.com/office/drawing/2014/main" val="42786178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331203025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43483272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Model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Threshold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ROC AUC (Test)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Precision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Recall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F1 Score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7200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Gradient Boosting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0.50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0.9675</a:t>
                      </a:r>
                    </a:p>
                  </a:txBody>
                  <a:tcPr marL="73751" marR="73751" marT="36876" marB="36876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0.7963</a:t>
                      </a:r>
                    </a:p>
                  </a:txBody>
                  <a:tcPr marL="73751" marR="73751" marT="36876" marB="36876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0.8984</a:t>
                      </a:r>
                    </a:p>
                  </a:txBody>
                  <a:tcPr marL="73751" marR="73751" marT="36876" marB="36876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0.8443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7978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Gradient Boosting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0.44 (tuned)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0.9675</a:t>
                      </a:r>
                    </a:p>
                  </a:txBody>
                  <a:tcPr marL="73751" marR="73751" marT="36876" marB="36876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0.7710</a:t>
                      </a:r>
                    </a:p>
                  </a:txBody>
                  <a:tcPr marL="73751" marR="73751" marT="36876" marB="36876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0.9540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~0.8510</a:t>
                      </a:r>
                    </a:p>
                  </a:txBody>
                  <a:tcPr marL="73751" marR="73751" marT="36876" marB="36876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55647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RandomForest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0.50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0.9669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0.7381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0.9927</a:t>
                      </a:r>
                    </a:p>
                  </a:txBody>
                  <a:tcPr marL="73751" marR="73751" marT="36876" marB="36876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0.8467</a:t>
                      </a:r>
                    </a:p>
                  </a:txBody>
                  <a:tcPr marL="73751" marR="73751" marT="36876" marB="36876"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814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LogisticRegression</a:t>
                      </a:r>
                      <a:endParaRPr lang="en-US" sz="1200" dirty="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0.50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0.9589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0.7623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0.9545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0.8482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154675"/>
                  </a:ext>
                </a:extLst>
              </a:tr>
            </a:tbl>
          </a:graphicData>
        </a:graphic>
      </p:graphicFrame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71E84388-2A6D-0E16-E293-A9D5E6F3D37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4921" y="1424783"/>
            <a:ext cx="5248910" cy="12865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DF08B29-CF91-03B8-D1D2-7C2D6231A842}"/>
              </a:ext>
            </a:extLst>
          </p:cNvPr>
          <p:cNvSpPr/>
          <p:nvPr/>
        </p:nvSpPr>
        <p:spPr>
          <a:xfrm>
            <a:off x="894921" y="2304874"/>
            <a:ext cx="5248910" cy="261122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F4A95-3DD0-5E89-5C1F-5F931859A846}"/>
              </a:ext>
            </a:extLst>
          </p:cNvPr>
          <p:cNvSpPr txBox="1"/>
          <p:nvPr/>
        </p:nvSpPr>
        <p:spPr>
          <a:xfrm>
            <a:off x="373925" y="342290"/>
            <a:ext cx="222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Capstone 3 Metrix Tables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1891A2-B631-6B0B-9744-631094A5B23B}"/>
              </a:ext>
            </a:extLst>
          </p:cNvPr>
          <p:cNvSpPr txBox="1"/>
          <p:nvPr/>
        </p:nvSpPr>
        <p:spPr>
          <a:xfrm>
            <a:off x="733647" y="1013189"/>
            <a:ext cx="1872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Segmentation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941FAA-4C2D-D909-38A4-6E9FFDD2F7A1}"/>
              </a:ext>
            </a:extLst>
          </p:cNvPr>
          <p:cNvSpPr txBox="1"/>
          <p:nvPr/>
        </p:nvSpPr>
        <p:spPr>
          <a:xfrm>
            <a:off x="733647" y="3039059"/>
            <a:ext cx="2374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Purchase Prediction Model</a:t>
            </a:r>
          </a:p>
        </p:txBody>
      </p:sp>
    </p:spTree>
    <p:extLst>
      <p:ext uri="{BB962C8B-B14F-4D97-AF65-F5344CB8AC3E}">
        <p14:creationId xmlns:p14="http://schemas.microsoft.com/office/powerpoint/2010/main" val="1054542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50</Words>
  <Application>Microsoft Macintosh PowerPoint</Application>
  <PresentationFormat>On-screen Show (4:3)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Concepcion Itchon</dc:creator>
  <cp:lastModifiedBy>Concepcion Itchon</cp:lastModifiedBy>
  <cp:revision>3</cp:revision>
  <dcterms:created xsi:type="dcterms:W3CDTF">2026-01-13T17:39:25Z</dcterms:created>
  <dcterms:modified xsi:type="dcterms:W3CDTF">2026-01-13T17:58:50Z</dcterms:modified>
</cp:coreProperties>
</file>